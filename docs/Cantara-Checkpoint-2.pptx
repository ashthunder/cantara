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Cantara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payments &amp; trade finance on Canton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on Canton Hackathon · Encode Club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F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3: Payments · Track 1: Private DeFi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F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AshThunder / Chris Gold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F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github.com/AshThunder/cantara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42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finance needs privacy, not publicity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42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blockchains expose every payment and balance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42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finance involves 3+ parties with different visibility needs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42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SMEs wait 30–90 days for invoice payment with no shared source of truth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and receivables should be private by default.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42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Cantara — one platform, two modules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Payments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Invoices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42F2E"/>
                          </a:solidFill>
                        </a:rPr>
                        <a:t>P2P send &amp; refund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42F2E"/>
                          </a:solidFill>
                        </a:rPr>
                        <a:t>Supplier issues invoice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42F2E"/>
                          </a:solidFill>
                        </a:rPr>
                        <a:t>Payment requests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42F2E"/>
                          </a:solidFill>
                        </a:rPr>
                        <a:t>Buyer confirms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42F2E"/>
                          </a:solidFill>
                        </a:rPr>
                        <a:t>Subscriptions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42F2E"/>
                          </a:solidFill>
                        </a:rPr>
                        <a:t>Financier bids confidentially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42F2E"/>
                          </a:solidFill>
                        </a:rPr>
                        <a:t>Multi-send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42F2E"/>
                          </a:solidFill>
                        </a:rPr>
                        <a:t>Settlement on maturity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Canton Network with Daml smart contracts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42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Party-based privacy — built into the ledger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42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signatories &amp; observers see contract data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42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Multi-party workflows native to Daml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42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Institutional-grade infrastructure (5N Sandbox, Global Synchronizer)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Ethereum: privacy by who is on the contract, not encryption on a public chain.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42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42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UI → REST API → Canton JSON Ledger API → 5N Sandbox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42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Daml contracts (cantara-0.1.0.dar)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42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React + teal theme, party connect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42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TypeScript API (demo + production path)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42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built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42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Daml: Payment, Refund, PaymentRequest, Subscription, PaymentBatch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42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Invoices: full financing lifecycle (6 templates)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42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App: Dashboard, Send, Invoices, Activity + demo REST API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42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on 5N Sandbox — payment created + refunded on-ledger ✅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42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proof (Seaport / 5N Sandbox)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42F2E"/>
                          </a:solidFill>
                        </a:rPr>
                        <a:t>Create Payment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42F2E"/>
                          </a:solidFill>
                        </a:rPr>
                        <a:t>✅ Done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42F2E"/>
                          </a:solidFill>
                        </a:rPr>
                        <a:t>Refund Payment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42F2E"/>
                          </a:solidFill>
                        </a:rPr>
                        <a:t>✅ Done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42F2E"/>
                          </a:solidFill>
                        </a:rPr>
                        <a:t>Invoice workflow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42F2E"/>
                          </a:solidFill>
                        </a:rPr>
                        <a:t>🔄 In progress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ID: b011f10b...cf3f58 · Screenshots available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42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in action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42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Payment: signatory = sender, observer = recipient — amount private to both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42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Financing offer: signatory = financier, observer = supplier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42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hidden from buyer until settlement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 visibility per workflow stage.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42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Deliverable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42F2E"/>
                          </a:solidFill>
                        </a:rPr>
                        <a:t>✅ Now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42F2E"/>
                          </a:solidFill>
                        </a:rPr>
                        <a:t>Daml contracts, deploy, payment demo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42F2E"/>
                          </a:solidFill>
                        </a:rPr>
                        <a:t>🔄 This week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42F2E"/>
                          </a:solidFill>
                        </a:rPr>
                        <a:t>Invoice on-ledger demo, checkpoint submission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42F2E"/>
                          </a:solidFill>
                        </a:rPr>
                        <a:t>Next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42F2E"/>
                          </a:solidFill>
                        </a:rPr>
                        <a:t>Backend → JSON Ledger API, Loop party allocation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42F2E"/>
                          </a:solidFill>
                        </a:rPr>
                        <a:t>Final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42F2E"/>
                          </a:solidFill>
                        </a:rPr>
                        <a:t>Full UI ↔ Canton integration, demo video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2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Cantara — private finance that flows on Canton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github.com/AshThunder/cantara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F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on 5N Sandbox via Seaport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F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Tracks: Payments (T3) + Private DeFi (T1)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F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Cantara — Build on Canton Hackathon</dc:title>
  <dc:subject>PptxGenJS Presentation</dc:subject>
  <dc:creator>AshThunder</dc:creator>
  <cp:lastModifiedBy>AshThunder</cp:lastModifiedBy>
  <cp:revision>1</cp:revision>
  <dcterms:created xsi:type="dcterms:W3CDTF">2026-06-29T10:53:57Z</dcterms:created>
  <dcterms:modified xsi:type="dcterms:W3CDTF">2026-06-29T10:53:57Z</dcterms:modified>
</cp:coreProperties>
</file>